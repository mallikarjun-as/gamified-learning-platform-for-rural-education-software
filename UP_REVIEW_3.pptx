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291" r:id="rId13"/>
    <p:sldId id="273" r:id="rId14"/>
    <p:sldId id="268" r:id="rId15"/>
    <p:sldId id="270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jas Mayur.s" userId="df673b22c7cea7a4" providerId="LiveId" clId="{5320C6F0-8D6F-4907-8AA6-57002E6741FB}"/>
    <pc:docChg chg="undo custSel addSld delSld modSld sldOrd">
      <pc:chgData name="Thejas Mayur.s" userId="df673b22c7cea7a4" providerId="LiveId" clId="{5320C6F0-8D6F-4907-8AA6-57002E6741FB}" dt="2026-04-03T12:58:20.282" v="1150" actId="1076"/>
      <pc:docMkLst>
        <pc:docMk/>
      </pc:docMkLst>
      <pc:sldChg chg="addSp modSp add mod">
        <pc:chgData name="Thejas Mayur.s" userId="df673b22c7cea7a4" providerId="LiveId" clId="{5320C6F0-8D6F-4907-8AA6-57002E6741FB}" dt="2026-04-03T12:58:20.282" v="1150" actId="1076"/>
        <pc:sldMkLst>
          <pc:docMk/>
          <pc:sldMk cId="2356123842" sldId="297"/>
        </pc:sldMkLst>
        <pc:picChg chg="add mod">
          <ac:chgData name="Thejas Mayur.s" userId="df673b22c7cea7a4" providerId="LiveId" clId="{5320C6F0-8D6F-4907-8AA6-57002E6741FB}" dt="2026-04-03T12:58:20.282" v="1150" actId="1076"/>
          <ac:picMkLst>
            <pc:docMk/>
            <pc:sldMk cId="2356123842" sldId="297"/>
            <ac:picMk id="5" creationId="{1DB0D633-D704-A5AA-DE90-E93121A66E4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i="1" dirty="0"/>
              <a:t>Gamified Learning Platform for Rural Education	Software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CSE_171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</a:t>
            </a:r>
            <a:r>
              <a:rPr lang="en-IN" sz="1800" b="1" dirty="0">
                <a:ea typeface="Cambria" panose="02040503050406030204" pitchFamily="18" charset="0"/>
              </a:rPr>
              <a:t>Fathima Shana E</a:t>
            </a:r>
            <a:endParaRPr lang="en-IN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650945638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University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Review-3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University Project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Mohamed H B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72E65E-38C4-44C3-2066-7F001EF61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868846"/>
              </p:ext>
            </p:extLst>
          </p:nvPr>
        </p:nvGraphicFramePr>
        <p:xfrm>
          <a:off x="197505" y="3205316"/>
          <a:ext cx="6095140" cy="1170093"/>
        </p:xfrm>
        <a:graphic>
          <a:graphicData uri="http://schemas.openxmlformats.org/drawingml/2006/table">
            <a:tbl>
              <a:tblPr firstRow="1" bandRow="1"/>
              <a:tblGrid>
                <a:gridCol w="3047570">
                  <a:extLst>
                    <a:ext uri="{9D8B030D-6E8A-4147-A177-3AD203B41FA5}">
                      <a16:colId xmlns:a16="http://schemas.microsoft.com/office/drawing/2014/main" val="2114254487"/>
                    </a:ext>
                  </a:extLst>
                </a:gridCol>
                <a:gridCol w="3047570">
                  <a:extLst>
                    <a:ext uri="{9D8B030D-6E8A-4147-A177-3AD203B41FA5}">
                      <a16:colId xmlns:a16="http://schemas.microsoft.com/office/drawing/2014/main" val="4149965772"/>
                    </a:ext>
                  </a:extLst>
                </a:gridCol>
              </a:tblGrid>
              <a:tr h="390031">
                <a:tc>
                  <a:txBody>
                    <a:bodyPr/>
                    <a:lstStyle/>
                    <a:p>
                      <a:r>
                        <a:rPr lang="en-US" dirty="0"/>
                        <a:t>20221CSE0344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THEJAS MAYUR 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755916"/>
                  </a:ext>
                </a:extLst>
              </a:tr>
              <a:tr h="390031">
                <a:tc>
                  <a:txBody>
                    <a:bodyPr/>
                    <a:lstStyle/>
                    <a:p>
                      <a:r>
                        <a:rPr lang="en-US" dirty="0"/>
                        <a:t>20221CSE0345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VINAY 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457122"/>
                  </a:ext>
                </a:extLst>
              </a:tr>
              <a:tr h="390031">
                <a:tc>
                  <a:txBody>
                    <a:bodyPr/>
                    <a:lstStyle/>
                    <a:p>
                      <a:r>
                        <a:rPr lang="en-US" dirty="0"/>
                        <a:t>20221CSE0382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MALLIKARJUN A 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3171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E9F62-244A-FD63-F6D5-186037FE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MAIN GAME SYSTEM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1CA69-9C26-F967-0E06-7474AF47B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Initialize Score = 0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Initialize Health = 100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Initialize Progress = 0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Initialize Combo = 1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Read: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SUBJECT selected by student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GRADE selected by student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Route Game based on: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SUBJECT + GRADE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Load appropriate game mode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Example: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Grade 6 → Arcade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Grade 8 → Shooter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Grade 10 → MCQ</a:t>
            </a:r>
          </a:p>
          <a:p>
            <a:pPr marL="7620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547956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E91CA-59CD-15AB-1006-59E5053A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98A01-3E64-31ED-9573-5943C13DE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17857F-3FEA-ACEE-6D4F-4519AF5C6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0919"/>
            <a:ext cx="12102836" cy="50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403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61BEF-56FD-3E53-E9BA-82CA19854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249E-6C01-CF72-1D91-B2537DF99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MCQ GAME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6D79E-C6A1-5D40-F546-6499F2E83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Load Question Bank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Translate questions if needed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Shuffle Options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Display Question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Wait for Player Selection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IF answer is correct THEN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Score = Score + 25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Show "Correct"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Increase Progress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ELSE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Reduce Life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Show "Wrong"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Move to Next Question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IF Time = 0 OR Lives = 0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End Game</a:t>
            </a:r>
          </a:p>
          <a:p>
            <a:pPr marL="7620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418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EEA5C-8CF8-3415-67D3-B4055E77F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A2CEA-6D3C-8CBC-0ED4-396DEEA5E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37C3A-114D-451E-8BE3-81A3EEDE1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0D633-D704-A5AA-DE90-E93121A66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32" y="1066800"/>
            <a:ext cx="11275335" cy="510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23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B5A0E-47BD-DC2C-A9A8-CA63600AA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AD893-8190-25E7-3485-1C1A13796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MULTI-LANGUAGE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2943-5CCC-E085-1AF5-45C585778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Detect Selected Language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IF Language = English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Display Original Text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ELSE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Send Text for Translation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Replace UI Text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Display Translated Game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IF Translation fails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Use English (Fallback)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010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B783C-070D-DE0D-5FE8-13BD7621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3FC13-F37C-AA74-B6A5-2F95E9B7B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0C16C8-91F9-86EC-A936-626574996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000126"/>
            <a:ext cx="1086106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B2C04-DE55-C1E6-657F-E6D7BAD63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73D59-FCC5-EF20-D337-6358C6B12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NOTIFICATION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A1B0E-804E-4743-31B1-140D88371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7620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Receive Message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Assign Type (Success / Error / Info)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Create Notification Box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Display to User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Wait for Duration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Auto Remove Notification</a:t>
            </a:r>
          </a:p>
          <a:p>
            <a:pPr marL="7620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790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2939-3C50-409F-41AD-23F173F01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D7762-3F7B-7B7B-F9E3-C83D7B1A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D1494-63EA-5CE0-0576-F0FC25CB2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71DB26-3BB7-A296-33C9-A0F809EBC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953824"/>
            <a:ext cx="11480800" cy="514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51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E9D4D-B787-A01D-62C3-38F5B0CF9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94FC-E98D-B1CD-4BC9-9F6CFF934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GAME SESSION STORAGE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B7ACD-9F4C-0BE5-6319-4CF149962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7620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logs in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Start Game Session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Store: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User ID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Subject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Grade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Score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Accuracy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Time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Save in Database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Update XP</a:t>
            </a: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Update Level</a:t>
            </a:r>
          </a:p>
          <a:p>
            <a:pPr marL="7620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927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C86DD-4087-AFCC-A6D0-D79087B3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9C60E-C1F3-D217-C6B9-8C9109F5E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BDF98-7213-A172-EC50-00DA88D26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1EA1AC-7E85-A210-F891-83B9C8555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1" y="1133154"/>
            <a:ext cx="10749934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68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183C-BBFC-F30C-9D0F-65BB59FDC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60729-DBE0-49ED-A819-2A547D4E3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2E154-A50B-AD42-67CA-56DFDA94F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4903"/>
            <a:ext cx="12192000" cy="59730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7B8CBF-5254-2664-D6B9-332E1C1DDB96}"/>
              </a:ext>
            </a:extLst>
          </p:cNvPr>
          <p:cNvSpPr/>
          <p:nvPr/>
        </p:nvSpPr>
        <p:spPr>
          <a:xfrm>
            <a:off x="5112774" y="3429000"/>
            <a:ext cx="570271" cy="2580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881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ABB5AA-6677-EEBA-0FC0-987639FC6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232" y="305014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711200" y="1050667"/>
            <a:ext cx="1108303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(Student &amp; Teacher Interface)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(Application Logic)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 (Flask /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PostgreSQL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Gamification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Engine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Score, levels, badges, rewards logic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Management System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STEM lessons, quizzes, and games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 translation (Google Translator API)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Link: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https://github.com/vinay18082004/University_project_CSE_171.git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6392E5-C3A9-5ED4-0E40-CE6DA3205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012722"/>
            <a:ext cx="10287000" cy="496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</TotalTime>
  <Words>504</Words>
  <Application>Microsoft Office PowerPoint</Application>
  <PresentationFormat>Widescreen</PresentationFormat>
  <Paragraphs>154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Cambria</vt:lpstr>
      <vt:lpstr>Times New Roman</vt:lpstr>
      <vt:lpstr>Verdana</vt:lpstr>
      <vt:lpstr>Bioinformatics</vt:lpstr>
      <vt:lpstr>Gamified Learning Platform for Rural Education Software</vt:lpstr>
      <vt:lpstr>MAIN GAME SYSTEM ALGORITHM</vt:lpstr>
      <vt:lpstr>FLOW CHART </vt:lpstr>
      <vt:lpstr>MCQ GAME LOGIC</vt:lpstr>
      <vt:lpstr>FLOW CHART</vt:lpstr>
      <vt:lpstr>MULTI-LANGUAGE SYSTEM</vt:lpstr>
      <vt:lpstr>FLOW CHART</vt:lpstr>
      <vt:lpstr>NOTIFICATION SYSTEM</vt:lpstr>
      <vt:lpstr>FLOW CHART</vt:lpstr>
      <vt:lpstr>GAME SESSION STORAGE</vt:lpstr>
      <vt:lpstr>FLOW CHART</vt:lpstr>
      <vt:lpstr>System Architecture</vt:lpstr>
      <vt:lpstr>Technology Stack Components:</vt:lpstr>
      <vt:lpstr>Github Link</vt:lpstr>
      <vt:lpstr>Timeline of the Project (Gantt Chart)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Thejas Mayur.s</cp:lastModifiedBy>
  <cp:revision>59</cp:revision>
  <dcterms:modified xsi:type="dcterms:W3CDTF">2026-04-03T12:58:30Z</dcterms:modified>
</cp:coreProperties>
</file>