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80" r:id="rId3"/>
    <p:sldId id="269" r:id="rId4"/>
    <p:sldId id="287" r:id="rId5"/>
    <p:sldId id="275" r:id="rId6"/>
    <p:sldId id="291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273" r:id="rId16"/>
    <p:sldId id="277" r:id="rId17"/>
    <p:sldId id="268" r:id="rId18"/>
    <p:sldId id="270" r:id="rId19"/>
    <p:sldId id="26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3E97E9-1505-430D-87AB-B65F14CCB2E8}" v="6" dt="2026-04-08T08:57:27.878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jas Mayur.s" userId="df673b22c7cea7a4" providerId="LiveId" clId="{5320C6F0-8D6F-4907-8AA6-57002E6741FB}"/>
    <pc:docChg chg="undo custSel addSld delSld modSld sldOrd">
      <pc:chgData name="Thejas Mayur.s" userId="df673b22c7cea7a4" providerId="LiveId" clId="{5320C6F0-8D6F-4907-8AA6-57002E6741FB}" dt="2026-04-14T07:14:07.824" v="1345" actId="27636"/>
      <pc:docMkLst>
        <pc:docMk/>
      </pc:docMkLst>
      <pc:sldChg chg="modSp mod">
        <pc:chgData name="Thejas Mayur.s" userId="df673b22c7cea7a4" providerId="LiveId" clId="{5320C6F0-8D6F-4907-8AA6-57002E6741FB}" dt="2026-04-08T08:41:06" v="1005" actId="20577"/>
        <pc:sldMkLst>
          <pc:docMk/>
          <pc:sldMk cId="0" sldId="256"/>
        </pc:sldMkLst>
        <pc:spChg chg="mod">
          <ac:chgData name="Thejas Mayur.s" userId="df673b22c7cea7a4" providerId="LiveId" clId="{5320C6F0-8D6F-4907-8AA6-57002E6741FB}" dt="2026-04-08T08:41:06" v="1005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 del">
        <pc:chgData name="Thejas Mayur.s" userId="df673b22c7cea7a4" providerId="LiveId" clId="{5320C6F0-8D6F-4907-8AA6-57002E6741FB}" dt="2026-04-08T08:46:34.701" v="1022"/>
        <pc:sldMkLst>
          <pc:docMk/>
          <pc:sldMk cId="2143451837" sldId="269"/>
        </pc:sldMkLst>
      </pc:sldChg>
      <pc:sldChg chg="modSp mod ord">
        <pc:chgData name="Thejas Mayur.s" userId="df673b22c7cea7a4" providerId="LiveId" clId="{5320C6F0-8D6F-4907-8AA6-57002E6741FB}" dt="2026-04-14T07:14:07.824" v="1345" actId="27636"/>
        <pc:sldMkLst>
          <pc:docMk/>
          <pc:sldMk cId="1030816154" sldId="273"/>
        </pc:sldMkLst>
        <pc:spChg chg="mod">
          <ac:chgData name="Thejas Mayur.s" userId="df673b22c7cea7a4" providerId="LiveId" clId="{5320C6F0-8D6F-4907-8AA6-57002E6741FB}" dt="2026-04-08T09:09:29.301" v="1342" actId="20577"/>
          <ac:spMkLst>
            <pc:docMk/>
            <pc:sldMk cId="1030816154" sldId="273"/>
            <ac:spMk id="3" creationId="{00000000-0000-0000-0000-000000000000}"/>
          </ac:spMkLst>
        </pc:spChg>
        <pc:spChg chg="mod">
          <ac:chgData name="Thejas Mayur.s" userId="df673b22c7cea7a4" providerId="LiveId" clId="{5320C6F0-8D6F-4907-8AA6-57002E6741FB}" dt="2026-04-14T07:14:07.824" v="1345" actId="27636"/>
          <ac:spMkLst>
            <pc:docMk/>
            <pc:sldMk cId="1030816154" sldId="273"/>
            <ac:spMk id="115" creationId="{00000000-0000-0000-0000-000000000000}"/>
          </ac:spMkLst>
        </pc:spChg>
      </pc:sldChg>
      <pc:sldChg chg="addSp modSp new mod">
        <pc:chgData name="Thejas Mayur.s" userId="df673b22c7cea7a4" providerId="LiveId" clId="{5320C6F0-8D6F-4907-8AA6-57002E6741FB}" dt="2026-04-03T12:39:54.114" v="1003" actId="14100"/>
        <pc:sldMkLst>
          <pc:docMk/>
          <pc:sldMk cId="760881785" sldId="291"/>
        </pc:sldMkLst>
        <pc:spChg chg="mod">
          <ac:chgData name="Thejas Mayur.s" userId="df673b22c7cea7a4" providerId="LiveId" clId="{5320C6F0-8D6F-4907-8AA6-57002E6741FB}" dt="2026-04-02T14:20:35.808" v="997" actId="1076"/>
          <ac:spMkLst>
            <pc:docMk/>
            <pc:sldMk cId="760881785" sldId="291"/>
            <ac:spMk id="4" creationId="{CF7B8CBF-5254-2664-D6B9-332E1C1DDB96}"/>
          </ac:spMkLst>
        </pc:spChg>
        <pc:picChg chg="mod">
          <ac:chgData name="Thejas Mayur.s" userId="df673b22c7cea7a4" providerId="LiveId" clId="{5320C6F0-8D6F-4907-8AA6-57002E6741FB}" dt="2026-04-03T12:39:54.114" v="1003" actId="14100"/>
          <ac:picMkLst>
            <pc:docMk/>
            <pc:sldMk cId="760881785" sldId="291"/>
            <ac:picMk id="5" creationId="{0D32E154-A50B-AD42-67CA-56DFDA94F60C}"/>
          </ac:picMkLst>
        </pc:picChg>
      </pc:sldChg>
      <pc:sldChg chg="addSp modSp new mod">
        <pc:chgData name="Thejas Mayur.s" userId="df673b22c7cea7a4" providerId="LiveId" clId="{5320C6F0-8D6F-4907-8AA6-57002E6741FB}" dt="2026-04-08T09:08:07.522" v="1322" actId="207"/>
        <pc:sldMkLst>
          <pc:docMk/>
          <pc:sldMk cId="3795456084" sldId="294"/>
        </pc:sldMkLst>
        <pc:spChg chg="mod">
          <ac:chgData name="Thejas Mayur.s" userId="df673b22c7cea7a4" providerId="LiveId" clId="{5320C6F0-8D6F-4907-8AA6-57002E6741FB}" dt="2026-04-08T09:08:07.522" v="1322" actId="207"/>
          <ac:spMkLst>
            <pc:docMk/>
            <pc:sldMk cId="3795456084" sldId="294"/>
            <ac:spMk id="2" creationId="{EBAAC8D3-32A4-4A46-DFDC-F865779E2528}"/>
          </ac:spMkLst>
        </pc:spChg>
        <pc:picChg chg="add mod">
          <ac:chgData name="Thejas Mayur.s" userId="df673b22c7cea7a4" providerId="LiveId" clId="{5320C6F0-8D6F-4907-8AA6-57002E6741FB}" dt="2026-04-08T08:53:08.461" v="1141" actId="14100"/>
          <ac:picMkLst>
            <pc:docMk/>
            <pc:sldMk cId="3795456084" sldId="294"/>
            <ac:picMk id="6" creationId="{325CDEAE-9B50-379A-C836-0F88DC29A263}"/>
          </ac:picMkLst>
        </pc:picChg>
        <pc:picChg chg="add mod">
          <ac:chgData name="Thejas Mayur.s" userId="df673b22c7cea7a4" providerId="LiveId" clId="{5320C6F0-8D6F-4907-8AA6-57002E6741FB}" dt="2026-04-08T08:53:02.877" v="1140" actId="14100"/>
          <ac:picMkLst>
            <pc:docMk/>
            <pc:sldMk cId="3795456084" sldId="294"/>
            <ac:picMk id="8" creationId="{66ABEA96-9CC6-B7CF-9D33-831761A8867E}"/>
          </ac:picMkLst>
        </pc:picChg>
      </pc:sldChg>
      <pc:sldChg chg="addSp delSp modSp new mod">
        <pc:chgData name="Thejas Mayur.s" userId="df673b22c7cea7a4" providerId="LiveId" clId="{5320C6F0-8D6F-4907-8AA6-57002E6741FB}" dt="2026-04-08T09:08:46.304" v="1324" actId="21"/>
        <pc:sldMkLst>
          <pc:docMk/>
          <pc:sldMk cId="2677560041" sldId="295"/>
        </pc:sldMkLst>
        <pc:spChg chg="mod">
          <ac:chgData name="Thejas Mayur.s" userId="df673b22c7cea7a4" providerId="LiveId" clId="{5320C6F0-8D6F-4907-8AA6-57002E6741FB}" dt="2026-04-08T08:53:56.532" v="1147" actId="20577"/>
          <ac:spMkLst>
            <pc:docMk/>
            <pc:sldMk cId="2677560041" sldId="295"/>
            <ac:spMk id="2" creationId="{1BE07291-9569-EF23-F83E-EB3C512E935D}"/>
          </ac:spMkLst>
        </pc:spChg>
        <pc:picChg chg="add mod">
          <ac:chgData name="Thejas Mayur.s" userId="df673b22c7cea7a4" providerId="LiveId" clId="{5320C6F0-8D6F-4907-8AA6-57002E6741FB}" dt="2026-04-08T09:08:34.348" v="1323" actId="1076"/>
          <ac:picMkLst>
            <pc:docMk/>
            <pc:sldMk cId="2677560041" sldId="295"/>
            <ac:picMk id="5" creationId="{E60E25E5-F882-727C-47FA-E72000BD5248}"/>
          </ac:picMkLst>
        </pc:picChg>
      </pc:sldChg>
      <pc:sldChg chg="addSp modSp new mod ord">
        <pc:chgData name="Thejas Mayur.s" userId="df673b22c7cea7a4" providerId="LiveId" clId="{5320C6F0-8D6F-4907-8AA6-57002E6741FB}" dt="2026-04-08T08:57:16.377" v="1188" actId="14100"/>
        <pc:sldMkLst>
          <pc:docMk/>
          <pc:sldMk cId="2583415222" sldId="296"/>
        </pc:sldMkLst>
        <pc:spChg chg="mod">
          <ac:chgData name="Thejas Mayur.s" userId="df673b22c7cea7a4" providerId="LiveId" clId="{5320C6F0-8D6F-4907-8AA6-57002E6741FB}" dt="2026-04-08T08:57:04.870" v="1185" actId="20577"/>
          <ac:spMkLst>
            <pc:docMk/>
            <pc:sldMk cId="2583415222" sldId="296"/>
            <ac:spMk id="2" creationId="{34A15F41-6EA3-B79F-C306-D36ACE37F230}"/>
          </ac:spMkLst>
        </pc:spChg>
        <pc:picChg chg="add mod">
          <ac:chgData name="Thejas Mayur.s" userId="df673b22c7cea7a4" providerId="LiveId" clId="{5320C6F0-8D6F-4907-8AA6-57002E6741FB}" dt="2026-04-08T08:57:16.377" v="1188" actId="14100"/>
          <ac:picMkLst>
            <pc:docMk/>
            <pc:sldMk cId="2583415222" sldId="296"/>
            <ac:picMk id="5" creationId="{5619FE96-0CEA-8097-8756-E44135C141D4}"/>
          </ac:picMkLst>
        </pc:picChg>
      </pc:sldChg>
      <pc:sldChg chg="addSp modSp new mod">
        <pc:chgData name="Thejas Mayur.s" userId="df673b22c7cea7a4" providerId="LiveId" clId="{5320C6F0-8D6F-4907-8AA6-57002E6741FB}" dt="2026-04-08T08:58:06.394" v="1211" actId="14100"/>
        <pc:sldMkLst>
          <pc:docMk/>
          <pc:sldMk cId="1149780700" sldId="297"/>
        </pc:sldMkLst>
        <pc:spChg chg="mod">
          <ac:chgData name="Thejas Mayur.s" userId="df673b22c7cea7a4" providerId="LiveId" clId="{5320C6F0-8D6F-4907-8AA6-57002E6741FB}" dt="2026-04-08T08:58:00.674" v="1209" actId="20577"/>
          <ac:spMkLst>
            <pc:docMk/>
            <pc:sldMk cId="1149780700" sldId="297"/>
            <ac:spMk id="2" creationId="{707E1BC9-5578-CA9A-08EB-DD69CB92D141}"/>
          </ac:spMkLst>
        </pc:spChg>
        <pc:picChg chg="add mod">
          <ac:chgData name="Thejas Mayur.s" userId="df673b22c7cea7a4" providerId="LiveId" clId="{5320C6F0-8D6F-4907-8AA6-57002E6741FB}" dt="2026-04-08T08:58:06.394" v="1211" actId="14100"/>
          <ac:picMkLst>
            <pc:docMk/>
            <pc:sldMk cId="1149780700" sldId="297"/>
            <ac:picMk id="5" creationId="{9B0D5EA4-00A1-5B0F-B1B5-9A119833EFAD}"/>
          </ac:picMkLst>
        </pc:picChg>
      </pc:sldChg>
      <pc:sldChg chg="addSp modSp add mod">
        <pc:chgData name="Thejas Mayur.s" userId="df673b22c7cea7a4" providerId="LiveId" clId="{5320C6F0-8D6F-4907-8AA6-57002E6741FB}" dt="2026-04-08T08:59:08.391" v="1260" actId="14100"/>
        <pc:sldMkLst>
          <pc:docMk/>
          <pc:sldMk cId="1449340899" sldId="298"/>
        </pc:sldMkLst>
        <pc:spChg chg="mod">
          <ac:chgData name="Thejas Mayur.s" userId="df673b22c7cea7a4" providerId="LiveId" clId="{5320C6F0-8D6F-4907-8AA6-57002E6741FB}" dt="2026-04-08T08:58:56.740" v="1256" actId="20577"/>
          <ac:spMkLst>
            <pc:docMk/>
            <pc:sldMk cId="1449340899" sldId="298"/>
            <ac:spMk id="2" creationId="{A4F5C98A-BFD2-B323-89DB-A85689A0D5E9}"/>
          </ac:spMkLst>
        </pc:spChg>
        <pc:picChg chg="add mod">
          <ac:chgData name="Thejas Mayur.s" userId="df673b22c7cea7a4" providerId="LiveId" clId="{5320C6F0-8D6F-4907-8AA6-57002E6741FB}" dt="2026-04-08T08:59:08.391" v="1260" actId="14100"/>
          <ac:picMkLst>
            <pc:docMk/>
            <pc:sldMk cId="1449340899" sldId="298"/>
            <ac:picMk id="5" creationId="{BA6E76DD-B668-1BE8-4509-F36ADAF7056D}"/>
          </ac:picMkLst>
        </pc:picChg>
      </pc:sldChg>
      <pc:sldChg chg="addSp modSp add mod">
        <pc:chgData name="Thejas Mayur.s" userId="df673b22c7cea7a4" providerId="LiveId" clId="{5320C6F0-8D6F-4907-8AA6-57002E6741FB}" dt="2026-04-08T08:59:44.984" v="1268" actId="14100"/>
        <pc:sldMkLst>
          <pc:docMk/>
          <pc:sldMk cId="459175915" sldId="299"/>
        </pc:sldMkLst>
        <pc:spChg chg="mod">
          <ac:chgData name="Thejas Mayur.s" userId="df673b22c7cea7a4" providerId="LiveId" clId="{5320C6F0-8D6F-4907-8AA6-57002E6741FB}" dt="2026-04-08T08:59:14.041" v="1264" actId="20577"/>
          <ac:spMkLst>
            <pc:docMk/>
            <pc:sldMk cId="459175915" sldId="299"/>
            <ac:spMk id="2" creationId="{DAA5BFF3-171F-E70B-1C60-5C2124A4C00D}"/>
          </ac:spMkLst>
        </pc:spChg>
        <pc:picChg chg="add mod">
          <ac:chgData name="Thejas Mayur.s" userId="df673b22c7cea7a4" providerId="LiveId" clId="{5320C6F0-8D6F-4907-8AA6-57002E6741FB}" dt="2026-04-08T08:59:44.984" v="1268" actId="14100"/>
          <ac:picMkLst>
            <pc:docMk/>
            <pc:sldMk cId="459175915" sldId="299"/>
            <ac:picMk id="5" creationId="{9D3725A7-5ACF-9030-E5DF-07EA5CE0F53B}"/>
          </ac:picMkLst>
        </pc:picChg>
      </pc:sldChg>
      <pc:sldChg chg="addSp modSp new mod ord">
        <pc:chgData name="Thejas Mayur.s" userId="df673b22c7cea7a4" providerId="LiveId" clId="{5320C6F0-8D6F-4907-8AA6-57002E6741FB}" dt="2026-04-08T09:00:33.183" v="1285" actId="20577"/>
        <pc:sldMkLst>
          <pc:docMk/>
          <pc:sldMk cId="910176549" sldId="300"/>
        </pc:sldMkLst>
        <pc:spChg chg="mod">
          <ac:chgData name="Thejas Mayur.s" userId="df673b22c7cea7a4" providerId="LiveId" clId="{5320C6F0-8D6F-4907-8AA6-57002E6741FB}" dt="2026-04-08T09:00:33.183" v="1285" actId="20577"/>
          <ac:spMkLst>
            <pc:docMk/>
            <pc:sldMk cId="910176549" sldId="300"/>
            <ac:spMk id="2" creationId="{9E0DF3A3-D449-D8D6-31BC-1B986D268D4D}"/>
          </ac:spMkLst>
        </pc:spChg>
        <pc:picChg chg="add mod">
          <ac:chgData name="Thejas Mayur.s" userId="df673b22c7cea7a4" providerId="LiveId" clId="{5320C6F0-8D6F-4907-8AA6-57002E6741FB}" dt="2026-04-08T09:00:25.132" v="1273" actId="14100"/>
          <ac:picMkLst>
            <pc:docMk/>
            <pc:sldMk cId="910176549" sldId="300"/>
            <ac:picMk id="5" creationId="{344B1DCF-5971-5468-66D8-44846E55B046}"/>
          </ac:picMkLst>
        </pc:picChg>
      </pc:sldChg>
      <pc:sldChg chg="addSp modSp new mod ord">
        <pc:chgData name="Thejas Mayur.s" userId="df673b22c7cea7a4" providerId="LiveId" clId="{5320C6F0-8D6F-4907-8AA6-57002E6741FB}" dt="2026-04-08T09:05:01.788" v="1319" actId="14100"/>
        <pc:sldMkLst>
          <pc:docMk/>
          <pc:sldMk cId="3907017606" sldId="301"/>
        </pc:sldMkLst>
        <pc:spChg chg="mod">
          <ac:chgData name="Thejas Mayur.s" userId="df673b22c7cea7a4" providerId="LiveId" clId="{5320C6F0-8D6F-4907-8AA6-57002E6741FB}" dt="2026-04-08T09:04:46.055" v="1315" actId="20577"/>
          <ac:spMkLst>
            <pc:docMk/>
            <pc:sldMk cId="3907017606" sldId="301"/>
            <ac:spMk id="2" creationId="{22BB69E8-D793-C933-713A-01C3829A56F0}"/>
          </ac:spMkLst>
        </pc:spChg>
        <pc:picChg chg="add mod">
          <ac:chgData name="Thejas Mayur.s" userId="df673b22c7cea7a4" providerId="LiveId" clId="{5320C6F0-8D6F-4907-8AA6-57002E6741FB}" dt="2026-04-08T09:05:01.788" v="1319" actId="14100"/>
          <ac:picMkLst>
            <pc:docMk/>
            <pc:sldMk cId="3907017606" sldId="301"/>
            <ac:picMk id="5" creationId="{FDE38FB3-3B10-F024-77F6-B25B15B909DA}"/>
          </ac:picMkLst>
        </pc:picChg>
      </pc:sldChg>
      <pc:sldMasterChg chg="delSldLayout">
        <pc:chgData name="Thejas Mayur.s" userId="df673b22c7cea7a4" providerId="LiveId" clId="{5320C6F0-8D6F-4907-8AA6-57002E6741FB}" dt="2026-04-08T08:54:42.330" v="1157" actId="47"/>
        <pc:sldMasterMkLst>
          <pc:docMk/>
          <pc:sldMasterMk cId="0" sldId="214748365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i="1" dirty="0"/>
              <a:t>Gamified Learning Platform for Rural Education	Software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CSE_171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IN" sz="1800" b="1" dirty="0">
                <a:ea typeface="Cambria" panose="02040503050406030204" pitchFamily="18" charset="0"/>
              </a:rPr>
              <a:t>Fathima Shana E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650945638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 Project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Mohamed H B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72E65E-38C4-44C3-2066-7F001EF61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68846"/>
              </p:ext>
            </p:extLst>
          </p:nvPr>
        </p:nvGraphicFramePr>
        <p:xfrm>
          <a:off x="197505" y="3205316"/>
          <a:ext cx="6095140" cy="1170093"/>
        </p:xfrm>
        <a:graphic>
          <a:graphicData uri="http://schemas.openxmlformats.org/drawingml/2006/table">
            <a:tbl>
              <a:tblPr firstRow="1" bandRow="1"/>
              <a:tblGrid>
                <a:gridCol w="3047570">
                  <a:extLst>
                    <a:ext uri="{9D8B030D-6E8A-4147-A177-3AD203B41FA5}">
                      <a16:colId xmlns:a16="http://schemas.microsoft.com/office/drawing/2014/main" val="2114254487"/>
                    </a:ext>
                  </a:extLst>
                </a:gridCol>
                <a:gridCol w="3047570">
                  <a:extLst>
                    <a:ext uri="{9D8B030D-6E8A-4147-A177-3AD203B41FA5}">
                      <a16:colId xmlns:a16="http://schemas.microsoft.com/office/drawing/2014/main" val="4149965772"/>
                    </a:ext>
                  </a:extLst>
                </a:gridCol>
              </a:tblGrid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20221CSE0344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THEJAS MAYUR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55916"/>
                  </a:ext>
                </a:extLst>
              </a:tr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VINAY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7122"/>
                  </a:ext>
                </a:extLst>
              </a:tr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20221CSE0382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MALLIKARJUN A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3171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56E2-3F5F-FC50-1FC1-AF0BCFDE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A58BE4-7B3E-E1EA-E847-EDFF873C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180327"/>
            <a:ext cx="910698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engagement in rural education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gamification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STEM learning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Research-driven design and modular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5422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b="0" i="1" u="sng" dirty="0"/>
              <a:t>SIH-25048</a:t>
            </a:r>
            <a:endParaRPr b="0" i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96035" y="702905"/>
            <a:ext cx="10279797" cy="358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66B20F-D402-DBCB-4F5F-6AA3D0534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2116517"/>
            <a:ext cx="476604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students lack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teaching not engaging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learning speeds unsupported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barriers reduce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STEM concept clarity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performance, low interest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37D4-F8B3-0D74-7952-05731832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Conclusions from Literature Survey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BD4165-9846-E285-E5CE-2F73B876B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6740"/>
            <a:ext cx="10668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improves engagement and learning outcomes.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gamification is more effective than generic design.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Challenge-based learning outperforms passive learning.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 learning benefits from interactive games.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UI improves usability and engagement.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Feedback, rewards, and progress tracking sustain motivation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monitoring improves learning effectiveness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content increases rural learner participation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 validates learning outcomes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5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4FB83D-AFC6-F6DD-F11A-8FDEBD66A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6499" y="1004903"/>
            <a:ext cx="632737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 Learning Platform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STEM Education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Game-Based Learning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Content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Language Support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Progress Tracking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Analytics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Scores &amp; Performance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Rewards &amp; Levels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141193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183C-BBFC-F30C-9D0F-65BB59FD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60729-DBE0-49ED-A819-2A547D4E3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2E154-A50B-AD42-67CA-56DFDA94F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1"/>
            <a:ext cx="12192000" cy="66767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7B8CBF-5254-2664-D6B9-332E1C1DDB96}"/>
              </a:ext>
            </a:extLst>
          </p:cNvPr>
          <p:cNvSpPr/>
          <p:nvPr/>
        </p:nvSpPr>
        <p:spPr>
          <a:xfrm>
            <a:off x="13004800" y="3170903"/>
            <a:ext cx="570271" cy="258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881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C8D3-32A4-4A46-DFDC-F865779E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REGISTRATION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D48D7-988D-B01D-BFF6-EADED9197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C0B70-FBFD-A83A-86F5-4D28EE132E6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CDEAE-9B50-379A-C836-0F88DC29A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905"/>
            <a:ext cx="5994300" cy="4615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ABEA96-9CC6-B7CF-9D33-831761A88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1510905"/>
            <a:ext cx="5384700" cy="461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56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7291-9569-EF23-F83E-EB3C512E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E25E5-F882-727C-47FA-E72000BD5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039" y="868363"/>
            <a:ext cx="8200103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6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5F41-6EA3-B79F-C306-D36ACE37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DASHBOARD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7B7B7-E2F2-A3E4-65C4-80288B967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19FE96-0CEA-8097-8756-E44135C14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34" y="1143002"/>
            <a:ext cx="10793331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15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1BC9-5578-CA9A-08EB-DD69CB92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GAMING INTERFACE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45386-96FF-F0AB-7347-536778BD5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D5EA4-00A1-5B0F-B1B5-9A119833E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19" y="1143000"/>
            <a:ext cx="11673961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8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1861A-50E3-28E3-FDD1-E4ACA4B0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C98A-BFD2-B323-89DB-A85689A0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 NOTES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F649D-9FED-17EB-6C8C-4BEBDDA71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E76DD-B668-1BE8-4509-F36ADAF70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143001"/>
            <a:ext cx="10769600" cy="562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4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D2AB1-9FDF-BD1E-4FE3-3FA88680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5BFF3-171F-E70B-1C60-5C2124A4C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63732-0794-4945-CB78-D8E6E4AB1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725A7-5ACF-9030-E5DF-07EA5CE0F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143001"/>
            <a:ext cx="10759768" cy="568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75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F3A3-D449-D8D6-31BC-1B986D26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 BOARD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03FE0-0153-E59F-0B21-9D31C36C8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B1DCF-5971-5468-66D8-44846E55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94" y="1143000"/>
            <a:ext cx="11079012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76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69E8-D793-C933-713A-01C3829A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TEACHERS DASHBOARD: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265E1-6376-CBAB-95A6-0285E2D48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38FB3-3B10-F024-77F6-B25B15B90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143000"/>
            <a:ext cx="10668000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17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 flipV="1">
            <a:off x="812800" y="6095999"/>
            <a:ext cx="10668000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ABB5AA-6677-EEBA-0FC0-987639FC6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232" y="30501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711200" y="1050667"/>
            <a:ext cx="1108303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(Student &amp; Teacher Interface)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(Application Logic)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 /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lite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Engine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Score, levels, badges, rewards logic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System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STEM lessons, quizzes, and games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translation (Google Translator API)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693820"/>
            <a:ext cx="586250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STEM Learning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Learning Support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Progress Tracking and Rewards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Rural-Focused Digital Education Platform</a:t>
            </a:r>
          </a:p>
        </p:txBody>
      </p:sp>
    </p:spTree>
    <p:extLst>
      <p:ext uri="{BB962C8B-B14F-4D97-AF65-F5344CB8AC3E}">
        <p14:creationId xmlns:p14="http://schemas.microsoft.com/office/powerpoint/2010/main" val="3892273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https://github.com/vinay18082004/University_project_CSE_171.git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6392E5-C3A9-5ED4-0E40-CE6DA3205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012722"/>
            <a:ext cx="10287000" cy="496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2544</TotalTime>
  <Words>406</Words>
  <Application>Microsoft Office PowerPoint</Application>
  <PresentationFormat>Widescreen</PresentationFormat>
  <Paragraphs>130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Cambria</vt:lpstr>
      <vt:lpstr>Times New Roman</vt:lpstr>
      <vt:lpstr>Verdana</vt:lpstr>
      <vt:lpstr>Bioinformatics</vt:lpstr>
      <vt:lpstr>Gamified Learning Platform for Rural Education Software</vt:lpstr>
      <vt:lpstr>Abstract</vt:lpstr>
      <vt:lpstr>Problem Statement Number: SIH-25048</vt:lpstr>
      <vt:lpstr>Key Conclusions from Literature Survey</vt:lpstr>
      <vt:lpstr>Objectives</vt:lpstr>
      <vt:lpstr>System Architecture</vt:lpstr>
      <vt:lpstr>REGISTRATION </vt:lpstr>
      <vt:lpstr>LOGIN</vt:lpstr>
      <vt:lpstr>STUDENT DASHBOARD</vt:lpstr>
      <vt:lpstr>GAMING INTERFACE</vt:lpstr>
      <vt:lpstr>SUBJECT NOTES</vt:lpstr>
      <vt:lpstr>GAME</vt:lpstr>
      <vt:lpstr>LEADER BOARD</vt:lpstr>
      <vt:lpstr>TEACHERS DASHBOARD:</vt:lpstr>
      <vt:lpstr>Technology Stack Components:</vt:lpstr>
      <vt:lpstr>Innovation or Novel Contributions</vt:lpstr>
      <vt:lpstr>Github Link</vt:lpstr>
      <vt:lpstr>Timeline of the Project (Gantt Chart)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Thejas Mayur.s</cp:lastModifiedBy>
  <cp:revision>59</cp:revision>
  <dcterms:modified xsi:type="dcterms:W3CDTF">2026-04-14T07:14:16Z</dcterms:modified>
</cp:coreProperties>
</file>